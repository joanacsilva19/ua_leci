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8"/>
  </p:notesMasterIdLst>
  <p:sldIdLst>
    <p:sldId id="256" r:id="rId2"/>
    <p:sldId id="267" r:id="rId3"/>
    <p:sldId id="262" r:id="rId4"/>
    <p:sldId id="298" r:id="rId5"/>
    <p:sldId id="299" r:id="rId6"/>
    <p:sldId id="300" r:id="rId7"/>
  </p:sldIdLst>
  <p:sldSz cx="9144000" cy="5143500" type="screen16x9"/>
  <p:notesSz cx="6858000" cy="9144000"/>
  <p:embeddedFontLst>
    <p:embeddedFont>
      <p:font typeface="Anaheim" panose="020B0604020202020204" charset="0"/>
      <p:regular r:id="rId9"/>
      <p:bold r:id="rId10"/>
    </p:embeddedFont>
    <p:embeddedFont>
      <p:font typeface="Bebas Neue" panose="020B0606020202050201" pitchFamily="34" charset="0"/>
      <p:regular r:id="rId11"/>
    </p:embeddedFont>
    <p:embeddedFont>
      <p:font typeface="Inter" panose="020B0604020202020204" charset="0"/>
      <p:regular r:id="rId12"/>
      <p:bold r:id="rId13"/>
      <p:italic r:id="rId14"/>
      <p:boldItalic r:id="rId15"/>
    </p:embeddedFont>
    <p:embeddedFont>
      <p:font typeface="Nunito Light" pitchFamily="2" charset="0"/>
      <p:regular r:id="rId16"/>
      <p:italic r:id="rId17"/>
    </p:embeddedFont>
    <p:embeddedFont>
      <p:font typeface="Prosto One" panose="020B0604020202020204" charset="0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B0CC2D-2BCA-495A-8F20-266C957254A8}">
  <a:tblStyle styleId="{B7B0CC2D-2BCA-495A-8F20-266C957254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1FF7CB6-D61E-4DCE-A8B9-BE523FA9E56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6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05b9b432fa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05b9b432fa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>
          <a:extLst>
            <a:ext uri="{FF2B5EF4-FFF2-40B4-BE49-F238E27FC236}">
              <a16:creationId xmlns:a16="http://schemas.microsoft.com/office/drawing/2014/main" id="{FE106566-51CB-292F-75DF-203E04345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d431007ba2_0_215:notes">
            <a:extLst>
              <a:ext uri="{FF2B5EF4-FFF2-40B4-BE49-F238E27FC236}">
                <a16:creationId xmlns:a16="http://schemas.microsoft.com/office/drawing/2014/main" id="{8A0F24BA-689E-2EF4-A57E-590810C7B0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d431007ba2_0_215:notes">
            <a:extLst>
              <a:ext uri="{FF2B5EF4-FFF2-40B4-BE49-F238E27FC236}">
                <a16:creationId xmlns:a16="http://schemas.microsoft.com/office/drawing/2014/main" id="{217174F0-97B2-691A-956D-B928EC4034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8111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>
          <a:extLst>
            <a:ext uri="{FF2B5EF4-FFF2-40B4-BE49-F238E27FC236}">
              <a16:creationId xmlns:a16="http://schemas.microsoft.com/office/drawing/2014/main" id="{238EEB41-63E6-EC83-8325-77F3E8445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54dda1946d_4_2726:notes">
            <a:extLst>
              <a:ext uri="{FF2B5EF4-FFF2-40B4-BE49-F238E27FC236}">
                <a16:creationId xmlns:a16="http://schemas.microsoft.com/office/drawing/2014/main" id="{7AB4BDF3-9117-68C8-AA3E-A459634C75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54dda1946d_4_2726:notes">
            <a:extLst>
              <a:ext uri="{FF2B5EF4-FFF2-40B4-BE49-F238E27FC236}">
                <a16:creationId xmlns:a16="http://schemas.microsoft.com/office/drawing/2014/main" id="{6C598340-E19F-7E90-CD87-AFF9CC9DEC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3342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92900" y="171000"/>
            <a:ext cx="8758200" cy="48015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1357300"/>
            <a:ext cx="7717500" cy="1777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352700"/>
            <a:ext cx="7717500" cy="5673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>
                <a:solidFill>
                  <a:srgbClr val="2F2D08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192900" y="171000"/>
            <a:ext cx="8758200" cy="48015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" name="Google Shape;18;p4"/>
          <p:cNvGrpSpPr/>
          <p:nvPr/>
        </p:nvGrpSpPr>
        <p:grpSpPr>
          <a:xfrm rot="-5400000">
            <a:off x="-47625" y="839950"/>
            <a:ext cx="1026300" cy="114300"/>
            <a:chOff x="912025" y="914175"/>
            <a:chExt cx="1026300" cy="114300"/>
          </a:xfrm>
        </p:grpSpPr>
        <p:sp>
          <p:nvSpPr>
            <p:cNvPr id="19" name="Google Shape;19;p4"/>
            <p:cNvSpPr/>
            <p:nvPr/>
          </p:nvSpPr>
          <p:spPr>
            <a:xfrm>
              <a:off x="912025" y="914175"/>
              <a:ext cx="114300" cy="114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>
              <a:off x="1368025" y="914175"/>
              <a:ext cx="114300" cy="114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>
              <a:off x="1824025" y="914175"/>
              <a:ext cx="114300" cy="114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4"/>
          <p:cNvGrpSpPr/>
          <p:nvPr/>
        </p:nvGrpSpPr>
        <p:grpSpPr>
          <a:xfrm rot="-5400000">
            <a:off x="8165400" y="4182975"/>
            <a:ext cx="1026300" cy="114300"/>
            <a:chOff x="912025" y="914175"/>
            <a:chExt cx="1026300" cy="114300"/>
          </a:xfrm>
        </p:grpSpPr>
        <p:sp>
          <p:nvSpPr>
            <p:cNvPr id="23" name="Google Shape;23;p4"/>
            <p:cNvSpPr/>
            <p:nvPr/>
          </p:nvSpPr>
          <p:spPr>
            <a:xfrm>
              <a:off x="912025" y="914175"/>
              <a:ext cx="114300" cy="114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1368025" y="914175"/>
              <a:ext cx="114300" cy="114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1824025" y="914175"/>
              <a:ext cx="114300" cy="114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715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720000" y="1323975"/>
            <a:ext cx="7704000" cy="32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/>
          <p:nvPr/>
        </p:nvSpPr>
        <p:spPr>
          <a:xfrm>
            <a:off x="192900" y="171000"/>
            <a:ext cx="8758200" cy="48015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713250" y="1866900"/>
            <a:ext cx="7717500" cy="1409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713225" y="1543050"/>
            <a:ext cx="7717500" cy="12183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ubTitle" idx="1"/>
          </p:nvPr>
        </p:nvSpPr>
        <p:spPr>
          <a:xfrm>
            <a:off x="713225" y="2990850"/>
            <a:ext cx="7717500" cy="609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/>
          <p:nvPr/>
        </p:nvSpPr>
        <p:spPr>
          <a:xfrm>
            <a:off x="192900" y="171000"/>
            <a:ext cx="8758200" cy="48015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9"/>
          <p:cNvSpPr/>
          <p:nvPr/>
        </p:nvSpPr>
        <p:spPr>
          <a:xfrm>
            <a:off x="6523475" y="319974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9"/>
          <p:cNvSpPr/>
          <p:nvPr/>
        </p:nvSpPr>
        <p:spPr>
          <a:xfrm>
            <a:off x="6979475" y="319974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9"/>
          <p:cNvSpPr/>
          <p:nvPr/>
        </p:nvSpPr>
        <p:spPr>
          <a:xfrm>
            <a:off x="7435475" y="319974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9"/>
          <p:cNvSpPr/>
          <p:nvPr/>
        </p:nvSpPr>
        <p:spPr>
          <a:xfrm rot="10800000">
            <a:off x="2494325" y="4707463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9"/>
          <p:cNvSpPr/>
          <p:nvPr/>
        </p:nvSpPr>
        <p:spPr>
          <a:xfrm rot="10800000">
            <a:off x="2038325" y="4707463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9"/>
          <p:cNvSpPr/>
          <p:nvPr/>
        </p:nvSpPr>
        <p:spPr>
          <a:xfrm rot="10800000">
            <a:off x="1582325" y="4707463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/>
          <p:nvPr/>
        </p:nvSpPr>
        <p:spPr>
          <a:xfrm>
            <a:off x="192900" y="171000"/>
            <a:ext cx="8758200" cy="48015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720000" y="3790950"/>
            <a:ext cx="7704000" cy="7959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/>
          <p:nvPr/>
        </p:nvSpPr>
        <p:spPr>
          <a:xfrm rot="5400000">
            <a:off x="8618925" y="2058594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0"/>
          <p:cNvSpPr/>
          <p:nvPr/>
        </p:nvSpPr>
        <p:spPr>
          <a:xfrm rot="5400000">
            <a:off x="8618925" y="2514594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0"/>
          <p:cNvSpPr/>
          <p:nvPr/>
        </p:nvSpPr>
        <p:spPr>
          <a:xfrm rot="5400000">
            <a:off x="8618925" y="2970594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0"/>
          <p:cNvSpPr/>
          <p:nvPr/>
        </p:nvSpPr>
        <p:spPr>
          <a:xfrm>
            <a:off x="713236" y="319963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0"/>
          <p:cNvSpPr/>
          <p:nvPr/>
        </p:nvSpPr>
        <p:spPr>
          <a:xfrm>
            <a:off x="1169236" y="319963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0"/>
          <p:cNvSpPr/>
          <p:nvPr/>
        </p:nvSpPr>
        <p:spPr>
          <a:xfrm>
            <a:off x="1625236" y="319963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/>
          <p:nvPr/>
        </p:nvSpPr>
        <p:spPr>
          <a:xfrm>
            <a:off x="192900" y="171000"/>
            <a:ext cx="8758200" cy="48015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609450"/>
            <a:ext cx="7717500" cy="1328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713250" y="3162250"/>
            <a:ext cx="7717500" cy="4971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/>
          <p:nvPr/>
        </p:nvSpPr>
        <p:spPr>
          <a:xfrm>
            <a:off x="192900" y="171000"/>
            <a:ext cx="8758200" cy="48015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715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2" hasCustomPrompt="1"/>
          </p:nvPr>
        </p:nvSpPr>
        <p:spPr>
          <a:xfrm>
            <a:off x="713227" y="3551941"/>
            <a:ext cx="857700" cy="44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3" hasCustomPrompt="1"/>
          </p:nvPr>
        </p:nvSpPr>
        <p:spPr>
          <a:xfrm>
            <a:off x="713227" y="2118925"/>
            <a:ext cx="857700" cy="44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4" hasCustomPrompt="1"/>
          </p:nvPr>
        </p:nvSpPr>
        <p:spPr>
          <a:xfrm>
            <a:off x="4572077" y="2118923"/>
            <a:ext cx="857700" cy="44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5" hasCustomPrompt="1"/>
          </p:nvPr>
        </p:nvSpPr>
        <p:spPr>
          <a:xfrm>
            <a:off x="713227" y="2835433"/>
            <a:ext cx="857700" cy="44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1"/>
          </p:nvPr>
        </p:nvSpPr>
        <p:spPr>
          <a:xfrm>
            <a:off x="1570881" y="2118925"/>
            <a:ext cx="27915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6"/>
          </p:nvPr>
        </p:nvSpPr>
        <p:spPr>
          <a:xfrm>
            <a:off x="1570875" y="2835429"/>
            <a:ext cx="27915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7"/>
          </p:nvPr>
        </p:nvSpPr>
        <p:spPr>
          <a:xfrm>
            <a:off x="1570881" y="3551950"/>
            <a:ext cx="27915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8"/>
          </p:nvPr>
        </p:nvSpPr>
        <p:spPr>
          <a:xfrm>
            <a:off x="5429725" y="2118925"/>
            <a:ext cx="27915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9" hasCustomPrompt="1"/>
          </p:nvPr>
        </p:nvSpPr>
        <p:spPr>
          <a:xfrm>
            <a:off x="4572077" y="3551941"/>
            <a:ext cx="857700" cy="44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3" hasCustomPrompt="1"/>
          </p:nvPr>
        </p:nvSpPr>
        <p:spPr>
          <a:xfrm>
            <a:off x="4572077" y="2835433"/>
            <a:ext cx="857700" cy="44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4"/>
          </p:nvPr>
        </p:nvSpPr>
        <p:spPr>
          <a:xfrm>
            <a:off x="5429725" y="2835429"/>
            <a:ext cx="27915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5"/>
          </p:nvPr>
        </p:nvSpPr>
        <p:spPr>
          <a:xfrm>
            <a:off x="5429731" y="3551950"/>
            <a:ext cx="2791500" cy="447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7404425" y="4707069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7860425" y="4707069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8316425" y="4707069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/>
          <p:nvPr/>
        </p:nvSpPr>
        <p:spPr>
          <a:xfrm>
            <a:off x="192900" y="171000"/>
            <a:ext cx="8758200" cy="48015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715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subTitle" idx="1"/>
          </p:nvPr>
        </p:nvSpPr>
        <p:spPr>
          <a:xfrm>
            <a:off x="937625" y="296377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8"/>
          <p:cNvSpPr txBox="1">
            <a:spLocks noGrp="1"/>
          </p:cNvSpPr>
          <p:nvPr>
            <p:ph type="subTitle" idx="2"/>
          </p:nvPr>
        </p:nvSpPr>
        <p:spPr>
          <a:xfrm>
            <a:off x="3484347" y="296377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8"/>
          <p:cNvSpPr txBox="1">
            <a:spLocks noGrp="1"/>
          </p:cNvSpPr>
          <p:nvPr>
            <p:ph type="subTitle" idx="3"/>
          </p:nvPr>
        </p:nvSpPr>
        <p:spPr>
          <a:xfrm>
            <a:off x="6031075" y="296377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8"/>
          <p:cNvSpPr txBox="1">
            <a:spLocks noGrp="1"/>
          </p:cNvSpPr>
          <p:nvPr>
            <p:ph type="subTitle" idx="4"/>
          </p:nvPr>
        </p:nvSpPr>
        <p:spPr>
          <a:xfrm>
            <a:off x="937625" y="2425931"/>
            <a:ext cx="2175300" cy="455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7" name="Google Shape;127;p18"/>
          <p:cNvSpPr txBox="1">
            <a:spLocks noGrp="1"/>
          </p:cNvSpPr>
          <p:nvPr>
            <p:ph type="subTitle" idx="5"/>
          </p:nvPr>
        </p:nvSpPr>
        <p:spPr>
          <a:xfrm>
            <a:off x="3484350" y="2425931"/>
            <a:ext cx="2175300" cy="455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8" name="Google Shape;128;p18"/>
          <p:cNvSpPr txBox="1">
            <a:spLocks noGrp="1"/>
          </p:cNvSpPr>
          <p:nvPr>
            <p:ph type="subTitle" idx="6"/>
          </p:nvPr>
        </p:nvSpPr>
        <p:spPr>
          <a:xfrm>
            <a:off x="6031075" y="2425931"/>
            <a:ext cx="2175300" cy="455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9" name="Google Shape;129;p18"/>
          <p:cNvSpPr/>
          <p:nvPr/>
        </p:nvSpPr>
        <p:spPr>
          <a:xfrm rot="10800000">
            <a:off x="4970825" y="4707463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8"/>
          <p:cNvSpPr/>
          <p:nvPr/>
        </p:nvSpPr>
        <p:spPr>
          <a:xfrm rot="10800000">
            <a:off x="4514825" y="4707463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8"/>
          <p:cNvSpPr/>
          <p:nvPr/>
        </p:nvSpPr>
        <p:spPr>
          <a:xfrm rot="10800000">
            <a:off x="4058825" y="4707463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/>
          <p:nvPr/>
        </p:nvSpPr>
        <p:spPr>
          <a:xfrm>
            <a:off x="192900" y="171000"/>
            <a:ext cx="8758200" cy="48015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3"/>
          <p:cNvSpPr/>
          <p:nvPr/>
        </p:nvSpPr>
        <p:spPr>
          <a:xfrm rot="-5400000">
            <a:off x="408375" y="4707075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3"/>
          <p:cNvSpPr/>
          <p:nvPr/>
        </p:nvSpPr>
        <p:spPr>
          <a:xfrm rot="-5400000">
            <a:off x="408375" y="4251075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3"/>
          <p:cNvSpPr/>
          <p:nvPr/>
        </p:nvSpPr>
        <p:spPr>
          <a:xfrm rot="-5400000">
            <a:off x="408375" y="3795075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3"/>
          <p:cNvSpPr/>
          <p:nvPr/>
        </p:nvSpPr>
        <p:spPr>
          <a:xfrm rot="-5400000">
            <a:off x="8621325" y="1346275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3"/>
          <p:cNvSpPr/>
          <p:nvPr/>
        </p:nvSpPr>
        <p:spPr>
          <a:xfrm rot="-5400000">
            <a:off x="8621325" y="890275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3"/>
          <p:cNvSpPr/>
          <p:nvPr/>
        </p:nvSpPr>
        <p:spPr>
          <a:xfrm rot="-5400000">
            <a:off x="8621325" y="434275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/>
          <p:nvPr/>
        </p:nvSpPr>
        <p:spPr>
          <a:xfrm>
            <a:off x="192900" y="171000"/>
            <a:ext cx="8758200" cy="48015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4"/>
          <p:cNvSpPr/>
          <p:nvPr/>
        </p:nvSpPr>
        <p:spPr>
          <a:xfrm rot="10800000">
            <a:off x="1632000" y="4707075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4"/>
          <p:cNvSpPr/>
          <p:nvPr/>
        </p:nvSpPr>
        <p:spPr>
          <a:xfrm rot="10800000">
            <a:off x="1176000" y="4707075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4"/>
          <p:cNvSpPr/>
          <p:nvPr/>
        </p:nvSpPr>
        <p:spPr>
          <a:xfrm rot="10800000">
            <a:off x="720000" y="4707075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4"/>
          <p:cNvSpPr/>
          <p:nvPr/>
        </p:nvSpPr>
        <p:spPr>
          <a:xfrm rot="-5400000">
            <a:off x="8621325" y="1451500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4"/>
          <p:cNvSpPr/>
          <p:nvPr/>
        </p:nvSpPr>
        <p:spPr>
          <a:xfrm rot="-5400000">
            <a:off x="8621325" y="995500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4"/>
          <p:cNvSpPr/>
          <p:nvPr/>
        </p:nvSpPr>
        <p:spPr>
          <a:xfrm rot="-5400000">
            <a:off x="8621325" y="539500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5F5F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rosto One"/>
              <a:buNone/>
              <a:defRPr sz="3600" b="1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905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4" r:id="rId9"/>
    <p:sldLayoutId id="2147483669" r:id="rId10"/>
    <p:sldLayoutId id="214748367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>
            <a:spLocks noGrp="1"/>
          </p:cNvSpPr>
          <p:nvPr>
            <p:ph type="subTitle" idx="1"/>
          </p:nvPr>
        </p:nvSpPr>
        <p:spPr>
          <a:xfrm>
            <a:off x="713225" y="3352700"/>
            <a:ext cx="7717500" cy="5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noProof="0" dirty="0" err="1"/>
              <a:t>Here</a:t>
            </a:r>
            <a:r>
              <a:rPr lang="pt-PT" noProof="0" dirty="0"/>
              <a:t> </a:t>
            </a:r>
            <a:r>
              <a:rPr lang="pt-PT" noProof="0" dirty="0" err="1"/>
              <a:t>is</a:t>
            </a:r>
            <a:r>
              <a:rPr lang="pt-PT" noProof="0" dirty="0"/>
              <a:t> </a:t>
            </a:r>
            <a:r>
              <a:rPr lang="pt-PT" noProof="0" dirty="0" err="1"/>
              <a:t>where</a:t>
            </a:r>
            <a:r>
              <a:rPr lang="pt-PT" noProof="0" dirty="0"/>
              <a:t> </a:t>
            </a:r>
            <a:r>
              <a:rPr lang="pt-PT" noProof="0" dirty="0" err="1"/>
              <a:t>your</a:t>
            </a:r>
            <a:r>
              <a:rPr lang="pt-PT" noProof="0" dirty="0"/>
              <a:t> </a:t>
            </a:r>
            <a:r>
              <a:rPr lang="pt-PT" noProof="0" dirty="0" err="1"/>
              <a:t>presentation</a:t>
            </a:r>
            <a:r>
              <a:rPr lang="pt-PT" noProof="0" dirty="0"/>
              <a:t> </a:t>
            </a:r>
            <a:r>
              <a:rPr lang="pt-PT" noProof="0" dirty="0" err="1"/>
              <a:t>begins</a:t>
            </a:r>
            <a:endParaRPr lang="pt-PT" noProof="0" dirty="0"/>
          </a:p>
        </p:txBody>
      </p:sp>
      <p:sp>
        <p:nvSpPr>
          <p:cNvPr id="210" name="Google Shape;210;p28"/>
          <p:cNvSpPr txBox="1">
            <a:spLocks noGrp="1"/>
          </p:cNvSpPr>
          <p:nvPr>
            <p:ph type="ctrTitle"/>
          </p:nvPr>
        </p:nvSpPr>
        <p:spPr>
          <a:xfrm>
            <a:off x="713225" y="1357300"/>
            <a:ext cx="7717500" cy="17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4800" b="1" noProof="0" dirty="0">
                <a:solidFill>
                  <a:srgbClr val="2F2D08"/>
                </a:solidFill>
              </a:rPr>
              <a:t>Plataforma de Gestão de Eventos</a:t>
            </a:r>
          </a:p>
        </p:txBody>
      </p:sp>
      <p:sp>
        <p:nvSpPr>
          <p:cNvPr id="211" name="Google Shape;211;p28"/>
          <p:cNvSpPr txBox="1">
            <a:spLocks noGrp="1"/>
          </p:cNvSpPr>
          <p:nvPr>
            <p:ph type="subTitle" idx="1"/>
          </p:nvPr>
        </p:nvSpPr>
        <p:spPr>
          <a:xfrm>
            <a:off x="713225" y="3418585"/>
            <a:ext cx="7717500" cy="4355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noProof="0" dirty="0"/>
              <a:t>José Silva (103248) e Joana Silva (119844)</a:t>
            </a:r>
          </a:p>
        </p:txBody>
      </p:sp>
      <p:sp>
        <p:nvSpPr>
          <p:cNvPr id="212" name="Google Shape;212;p28"/>
          <p:cNvSpPr/>
          <p:nvPr/>
        </p:nvSpPr>
        <p:spPr>
          <a:xfrm>
            <a:off x="802500" y="914175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213" name="Google Shape;213;p28"/>
          <p:cNvSpPr/>
          <p:nvPr/>
        </p:nvSpPr>
        <p:spPr>
          <a:xfrm>
            <a:off x="1258500" y="914175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214" name="Google Shape;214;p28"/>
          <p:cNvSpPr/>
          <p:nvPr/>
        </p:nvSpPr>
        <p:spPr>
          <a:xfrm>
            <a:off x="1714500" y="914175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215" name="Google Shape;215;p28"/>
          <p:cNvSpPr/>
          <p:nvPr/>
        </p:nvSpPr>
        <p:spPr>
          <a:xfrm>
            <a:off x="7315200" y="4114569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216" name="Google Shape;216;p28"/>
          <p:cNvSpPr/>
          <p:nvPr/>
        </p:nvSpPr>
        <p:spPr>
          <a:xfrm>
            <a:off x="7771200" y="4114569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217" name="Google Shape;217;p28"/>
          <p:cNvSpPr/>
          <p:nvPr/>
        </p:nvSpPr>
        <p:spPr>
          <a:xfrm>
            <a:off x="8227200" y="4114569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4EB279-8026-DE21-6C79-8E4276C514F6}"/>
              </a:ext>
            </a:extLst>
          </p:cNvPr>
          <p:cNvSpPr txBox="1"/>
          <p:nvPr/>
        </p:nvSpPr>
        <p:spPr>
          <a:xfrm>
            <a:off x="5249636" y="390955"/>
            <a:ext cx="3181089" cy="461665"/>
          </a:xfrm>
          <a:prstGeom prst="rect">
            <a:avLst/>
          </a:prstGeom>
          <a:solidFill>
            <a:srgbClr val="F5F5F3"/>
          </a:solidFill>
        </p:spPr>
        <p:txBody>
          <a:bodyPr wrap="square" rtlCol="0">
            <a:spAutoFit/>
          </a:bodyPr>
          <a:lstStyle/>
          <a:p>
            <a:pPr algn="r">
              <a:buClr>
                <a:schemeClr val="dk1"/>
              </a:buClr>
              <a:buSzPts val="1200"/>
            </a:pPr>
            <a:r>
              <a:rPr lang="pt-PT" sz="1200" noProof="0" dirty="0">
                <a:solidFill>
                  <a:srgbClr val="2F2D08"/>
                </a:solidFill>
                <a:latin typeface="Inter"/>
                <a:ea typeface="Inter"/>
                <a:sym typeface="Inter"/>
              </a:rPr>
              <a:t>Bases de Dados 25/26</a:t>
            </a:r>
          </a:p>
          <a:p>
            <a:pPr algn="r">
              <a:buClr>
                <a:schemeClr val="dk1"/>
              </a:buClr>
              <a:buSzPts val="1200"/>
            </a:pPr>
            <a:r>
              <a:rPr lang="pt-PT" sz="1200" noProof="0" dirty="0">
                <a:solidFill>
                  <a:srgbClr val="2F2D08"/>
                </a:solidFill>
                <a:latin typeface="Inter"/>
                <a:ea typeface="Inter"/>
                <a:sym typeface="Inter"/>
              </a:rPr>
              <a:t>Lic. Eng. Computadores e Informática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9"/>
          <p:cNvSpPr txBox="1">
            <a:spLocks noGrp="1"/>
          </p:cNvSpPr>
          <p:nvPr>
            <p:ph type="title"/>
          </p:nvPr>
        </p:nvSpPr>
        <p:spPr>
          <a:xfrm>
            <a:off x="713225" y="1609450"/>
            <a:ext cx="7717500" cy="132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noProof="0" dirty="0"/>
              <a:t>Porquê?</a:t>
            </a:r>
          </a:p>
        </p:txBody>
      </p:sp>
      <p:sp>
        <p:nvSpPr>
          <p:cNvPr id="364" name="Google Shape;364;p39"/>
          <p:cNvSpPr txBox="1">
            <a:spLocks noGrp="1"/>
          </p:cNvSpPr>
          <p:nvPr>
            <p:ph type="subTitle" idx="1"/>
          </p:nvPr>
        </p:nvSpPr>
        <p:spPr>
          <a:xfrm>
            <a:off x="713250" y="3162250"/>
            <a:ext cx="77175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000" noProof="0" dirty="0"/>
              <a:t>Simplificar.</a:t>
            </a:r>
          </a:p>
        </p:txBody>
      </p:sp>
      <p:sp>
        <p:nvSpPr>
          <p:cNvPr id="365" name="Google Shape;365;p39"/>
          <p:cNvSpPr/>
          <p:nvPr/>
        </p:nvSpPr>
        <p:spPr>
          <a:xfrm>
            <a:off x="4058850" y="1165116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366" name="Google Shape;366;p39"/>
          <p:cNvSpPr/>
          <p:nvPr/>
        </p:nvSpPr>
        <p:spPr>
          <a:xfrm>
            <a:off x="4514850" y="1165116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367" name="Google Shape;367;p39"/>
          <p:cNvSpPr/>
          <p:nvPr/>
        </p:nvSpPr>
        <p:spPr>
          <a:xfrm>
            <a:off x="4970850" y="1165116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368" name="Google Shape;368;p39"/>
          <p:cNvSpPr/>
          <p:nvPr/>
        </p:nvSpPr>
        <p:spPr>
          <a:xfrm>
            <a:off x="4058850" y="3989199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369" name="Google Shape;369;p39"/>
          <p:cNvSpPr/>
          <p:nvPr/>
        </p:nvSpPr>
        <p:spPr>
          <a:xfrm>
            <a:off x="4514850" y="3989199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370" name="Google Shape;370;p39"/>
          <p:cNvSpPr/>
          <p:nvPr/>
        </p:nvSpPr>
        <p:spPr>
          <a:xfrm>
            <a:off x="4970850" y="3989199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7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PT" dirty="0"/>
              <a:t>Simplificar?</a:t>
            </a:r>
            <a:endParaRPr lang="pt-PT" noProof="0" dirty="0"/>
          </a:p>
        </p:txBody>
      </p:sp>
      <p:sp>
        <p:nvSpPr>
          <p:cNvPr id="294" name="Google Shape;294;p34"/>
          <p:cNvSpPr txBox="1">
            <a:spLocks noGrp="1"/>
          </p:cNvSpPr>
          <p:nvPr>
            <p:ph type="subTitle" idx="4"/>
          </p:nvPr>
        </p:nvSpPr>
        <p:spPr>
          <a:xfrm>
            <a:off x="937625" y="2425931"/>
            <a:ext cx="2175300" cy="4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pt-PT" dirty="0"/>
              <a:t>Praticidade</a:t>
            </a:r>
            <a:endParaRPr lang="pt-PT" noProof="0" dirty="0"/>
          </a:p>
        </p:txBody>
      </p:sp>
      <p:sp>
        <p:nvSpPr>
          <p:cNvPr id="295" name="Google Shape;295;p34"/>
          <p:cNvSpPr txBox="1">
            <a:spLocks noGrp="1"/>
          </p:cNvSpPr>
          <p:nvPr>
            <p:ph type="subTitle" idx="5"/>
          </p:nvPr>
        </p:nvSpPr>
        <p:spPr>
          <a:xfrm>
            <a:off x="3484350" y="2425931"/>
            <a:ext cx="2175300" cy="4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pt-PT" dirty="0"/>
              <a:t>Eficiência</a:t>
            </a:r>
            <a:endParaRPr lang="pt-PT" noProof="0" dirty="0"/>
          </a:p>
        </p:txBody>
      </p:sp>
      <p:sp>
        <p:nvSpPr>
          <p:cNvPr id="296" name="Google Shape;296;p34"/>
          <p:cNvSpPr txBox="1">
            <a:spLocks noGrp="1"/>
          </p:cNvSpPr>
          <p:nvPr>
            <p:ph type="subTitle" idx="1"/>
          </p:nvPr>
        </p:nvSpPr>
        <p:spPr>
          <a:xfrm>
            <a:off x="937625" y="2881631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pt-PT" dirty="0"/>
              <a:t>A plataforma integra a gestão de vários serviços, possibilitando ao utilizador criar o seu evento numa única plataforma.</a:t>
            </a:r>
          </a:p>
        </p:txBody>
      </p:sp>
      <p:sp>
        <p:nvSpPr>
          <p:cNvPr id="297" name="Google Shape;297;p34"/>
          <p:cNvSpPr txBox="1">
            <a:spLocks noGrp="1"/>
          </p:cNvSpPr>
          <p:nvPr>
            <p:ph type="subTitle" idx="2"/>
          </p:nvPr>
        </p:nvSpPr>
        <p:spPr>
          <a:xfrm>
            <a:off x="3484350" y="2881631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pt-PT" dirty="0"/>
              <a:t>A plataforma permite ao utilizador, criar e gerir o evento de forma intuitiva e rápida.</a:t>
            </a:r>
          </a:p>
        </p:txBody>
      </p:sp>
      <p:sp>
        <p:nvSpPr>
          <p:cNvPr id="298" name="Google Shape;298;p34"/>
          <p:cNvSpPr txBox="1">
            <a:spLocks noGrp="1"/>
          </p:cNvSpPr>
          <p:nvPr>
            <p:ph type="subTitle" idx="3"/>
          </p:nvPr>
        </p:nvSpPr>
        <p:spPr>
          <a:xfrm>
            <a:off x="6031075" y="2881631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/>
            <a:r>
              <a:rPr lang="pt-PT" dirty="0"/>
              <a:t>A plataforma permite ao utilizador gerir e criar o seu evento sem a intervenção de terceiros.</a:t>
            </a:r>
          </a:p>
        </p:txBody>
      </p:sp>
      <p:sp>
        <p:nvSpPr>
          <p:cNvPr id="299" name="Google Shape;299;p34"/>
          <p:cNvSpPr txBox="1">
            <a:spLocks noGrp="1"/>
          </p:cNvSpPr>
          <p:nvPr>
            <p:ph type="subTitle" idx="6"/>
          </p:nvPr>
        </p:nvSpPr>
        <p:spPr>
          <a:xfrm>
            <a:off x="6031075" y="2425931"/>
            <a:ext cx="2175300" cy="4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pt-PT" dirty="0"/>
              <a:t>Autonomia</a:t>
            </a:r>
            <a:endParaRPr lang="pt-PT" noProof="0" dirty="0"/>
          </a:p>
        </p:txBody>
      </p:sp>
      <p:sp>
        <p:nvSpPr>
          <p:cNvPr id="300" name="Google Shape;300;p34"/>
          <p:cNvSpPr/>
          <p:nvPr/>
        </p:nvSpPr>
        <p:spPr>
          <a:xfrm>
            <a:off x="948199" y="1634962"/>
            <a:ext cx="715200" cy="71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301" name="Google Shape;301;p34"/>
          <p:cNvSpPr/>
          <p:nvPr/>
        </p:nvSpPr>
        <p:spPr>
          <a:xfrm>
            <a:off x="6029764" y="1634962"/>
            <a:ext cx="715200" cy="71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302" name="Google Shape;302;p34"/>
          <p:cNvSpPr/>
          <p:nvPr/>
        </p:nvSpPr>
        <p:spPr>
          <a:xfrm>
            <a:off x="3471214" y="1634962"/>
            <a:ext cx="715200" cy="71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grpSp>
        <p:nvGrpSpPr>
          <p:cNvPr id="2" name="Google Shape;5913;p63">
            <a:extLst>
              <a:ext uri="{FF2B5EF4-FFF2-40B4-BE49-F238E27FC236}">
                <a16:creationId xmlns:a16="http://schemas.microsoft.com/office/drawing/2014/main" id="{129C0784-0FD9-FDF8-6A8B-0786CCBA667E}"/>
              </a:ext>
            </a:extLst>
          </p:cNvPr>
          <p:cNvGrpSpPr/>
          <p:nvPr/>
        </p:nvGrpSpPr>
        <p:grpSpPr>
          <a:xfrm>
            <a:off x="6182999" y="1763441"/>
            <a:ext cx="413744" cy="411352"/>
            <a:chOff x="4645650" y="3962900"/>
            <a:chExt cx="259950" cy="296175"/>
          </a:xfrm>
          <a:solidFill>
            <a:srgbClr val="F5F5F3"/>
          </a:solidFill>
        </p:grpSpPr>
        <p:sp>
          <p:nvSpPr>
            <p:cNvPr id="3" name="Google Shape;5914;p63">
              <a:extLst>
                <a:ext uri="{FF2B5EF4-FFF2-40B4-BE49-F238E27FC236}">
                  <a16:creationId xmlns:a16="http://schemas.microsoft.com/office/drawing/2014/main" id="{A0FB5288-DFA0-B071-5365-8DFF5DD8EA6F}"/>
                </a:ext>
              </a:extLst>
            </p:cNvPr>
            <p:cNvSpPr/>
            <p:nvPr/>
          </p:nvSpPr>
          <p:spPr>
            <a:xfrm>
              <a:off x="4853600" y="4155100"/>
              <a:ext cx="52000" cy="103975"/>
            </a:xfrm>
            <a:custGeom>
              <a:avLst/>
              <a:gdLst/>
              <a:ahLst/>
              <a:cxnLst/>
              <a:rect l="l" t="t" r="r" b="b"/>
              <a:pathLst>
                <a:path w="2080" h="4159" extrusionOk="0">
                  <a:moveTo>
                    <a:pt x="0" y="0"/>
                  </a:moveTo>
                  <a:lnTo>
                    <a:pt x="0" y="4159"/>
                  </a:lnTo>
                  <a:lnTo>
                    <a:pt x="1733" y="4159"/>
                  </a:lnTo>
                  <a:cubicBezTo>
                    <a:pt x="1922" y="4159"/>
                    <a:pt x="2079" y="4001"/>
                    <a:pt x="2079" y="3812"/>
                  </a:cubicBezTo>
                  <a:lnTo>
                    <a:pt x="2079" y="1733"/>
                  </a:lnTo>
                  <a:cubicBezTo>
                    <a:pt x="2079" y="788"/>
                    <a:pt x="1292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4" name="Google Shape;5915;p63">
              <a:extLst>
                <a:ext uri="{FF2B5EF4-FFF2-40B4-BE49-F238E27FC236}">
                  <a16:creationId xmlns:a16="http://schemas.microsoft.com/office/drawing/2014/main" id="{16AB4327-B2D9-762B-C7E6-73C4E6A5484F}"/>
                </a:ext>
              </a:extLst>
            </p:cNvPr>
            <p:cNvSpPr/>
            <p:nvPr/>
          </p:nvSpPr>
          <p:spPr>
            <a:xfrm>
              <a:off x="4714975" y="4155100"/>
              <a:ext cx="121300" cy="50625"/>
            </a:xfrm>
            <a:custGeom>
              <a:avLst/>
              <a:gdLst/>
              <a:ahLst/>
              <a:cxnLst/>
              <a:rect l="l" t="t" r="r" b="b"/>
              <a:pathLst>
                <a:path w="4852" h="2025" extrusionOk="0">
                  <a:moveTo>
                    <a:pt x="0" y="0"/>
                  </a:moveTo>
                  <a:lnTo>
                    <a:pt x="0" y="1481"/>
                  </a:lnTo>
                  <a:cubicBezTo>
                    <a:pt x="772" y="1843"/>
                    <a:pt x="1599" y="2024"/>
                    <a:pt x="2426" y="2024"/>
                  </a:cubicBezTo>
                  <a:cubicBezTo>
                    <a:pt x="3253" y="2024"/>
                    <a:pt x="4080" y="1843"/>
                    <a:pt x="4852" y="1481"/>
                  </a:cubicBezTo>
                  <a:lnTo>
                    <a:pt x="4852" y="0"/>
                  </a:lnTo>
                  <a:lnTo>
                    <a:pt x="4789" y="0"/>
                  </a:lnTo>
                  <a:cubicBezTo>
                    <a:pt x="4348" y="410"/>
                    <a:pt x="3781" y="693"/>
                    <a:pt x="3119" y="693"/>
                  </a:cubicBezTo>
                  <a:lnTo>
                    <a:pt x="1733" y="693"/>
                  </a:lnTo>
                  <a:cubicBezTo>
                    <a:pt x="1071" y="693"/>
                    <a:pt x="473" y="410"/>
                    <a:pt x="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5" name="Google Shape;5916;p63">
              <a:extLst>
                <a:ext uri="{FF2B5EF4-FFF2-40B4-BE49-F238E27FC236}">
                  <a16:creationId xmlns:a16="http://schemas.microsoft.com/office/drawing/2014/main" id="{97A242BA-C024-748B-43CE-F0912A6C74D2}"/>
                </a:ext>
              </a:extLst>
            </p:cNvPr>
            <p:cNvSpPr/>
            <p:nvPr/>
          </p:nvSpPr>
          <p:spPr>
            <a:xfrm>
              <a:off x="4714975" y="4211025"/>
              <a:ext cx="121300" cy="48050"/>
            </a:xfrm>
            <a:custGeom>
              <a:avLst/>
              <a:gdLst/>
              <a:ahLst/>
              <a:cxnLst/>
              <a:rect l="l" t="t" r="r" b="b"/>
              <a:pathLst>
                <a:path w="4852" h="1922" extrusionOk="0">
                  <a:moveTo>
                    <a:pt x="0" y="0"/>
                  </a:moveTo>
                  <a:lnTo>
                    <a:pt x="0" y="1922"/>
                  </a:lnTo>
                  <a:lnTo>
                    <a:pt x="4852" y="1922"/>
                  </a:lnTo>
                  <a:lnTo>
                    <a:pt x="4852" y="0"/>
                  </a:lnTo>
                  <a:cubicBezTo>
                    <a:pt x="4080" y="315"/>
                    <a:pt x="3253" y="473"/>
                    <a:pt x="2426" y="473"/>
                  </a:cubicBezTo>
                  <a:cubicBezTo>
                    <a:pt x="1599" y="473"/>
                    <a:pt x="772" y="315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6" name="Google Shape;5917;p63">
              <a:extLst>
                <a:ext uri="{FF2B5EF4-FFF2-40B4-BE49-F238E27FC236}">
                  <a16:creationId xmlns:a16="http://schemas.microsoft.com/office/drawing/2014/main" id="{7DEEBD74-4008-C9B8-9C73-7D0BE39D3DFF}"/>
                </a:ext>
              </a:extLst>
            </p:cNvPr>
            <p:cNvSpPr/>
            <p:nvPr/>
          </p:nvSpPr>
          <p:spPr>
            <a:xfrm>
              <a:off x="4645650" y="4154300"/>
              <a:ext cx="52025" cy="104775"/>
            </a:xfrm>
            <a:custGeom>
              <a:avLst/>
              <a:gdLst/>
              <a:ahLst/>
              <a:cxnLst/>
              <a:rect l="l" t="t" r="r" b="b"/>
              <a:pathLst>
                <a:path w="2081" h="4191" extrusionOk="0">
                  <a:moveTo>
                    <a:pt x="1734" y="1"/>
                  </a:moveTo>
                  <a:cubicBezTo>
                    <a:pt x="757" y="32"/>
                    <a:pt x="1" y="757"/>
                    <a:pt x="1" y="1765"/>
                  </a:cubicBezTo>
                  <a:lnTo>
                    <a:pt x="1" y="3844"/>
                  </a:lnTo>
                  <a:cubicBezTo>
                    <a:pt x="1" y="4033"/>
                    <a:pt x="158" y="4191"/>
                    <a:pt x="379" y="4191"/>
                  </a:cubicBezTo>
                  <a:lnTo>
                    <a:pt x="2080" y="4191"/>
                  </a:lnTo>
                  <a:lnTo>
                    <a:pt x="20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7" name="Google Shape;5918;p63">
              <a:extLst>
                <a:ext uri="{FF2B5EF4-FFF2-40B4-BE49-F238E27FC236}">
                  <a16:creationId xmlns:a16="http://schemas.microsoft.com/office/drawing/2014/main" id="{9FE63780-4E5A-1FAC-42F9-152A46DADC18}"/>
                </a:ext>
              </a:extLst>
            </p:cNvPr>
            <p:cNvSpPr/>
            <p:nvPr/>
          </p:nvSpPr>
          <p:spPr>
            <a:xfrm>
              <a:off x="4722850" y="4049550"/>
              <a:ext cx="103975" cy="105575"/>
            </a:xfrm>
            <a:custGeom>
              <a:avLst/>
              <a:gdLst/>
              <a:ahLst/>
              <a:cxnLst/>
              <a:rect l="l" t="t" r="r" b="b"/>
              <a:pathLst>
                <a:path w="4159" h="4223" extrusionOk="0">
                  <a:moveTo>
                    <a:pt x="2080" y="1"/>
                  </a:moveTo>
                  <a:cubicBezTo>
                    <a:pt x="1765" y="442"/>
                    <a:pt x="1260" y="694"/>
                    <a:pt x="693" y="694"/>
                  </a:cubicBezTo>
                  <a:lnTo>
                    <a:pt x="0" y="694"/>
                  </a:lnTo>
                  <a:lnTo>
                    <a:pt x="0" y="3498"/>
                  </a:lnTo>
                  <a:cubicBezTo>
                    <a:pt x="347" y="3939"/>
                    <a:pt x="851" y="4222"/>
                    <a:pt x="1418" y="4222"/>
                  </a:cubicBezTo>
                  <a:lnTo>
                    <a:pt x="2804" y="4222"/>
                  </a:lnTo>
                  <a:cubicBezTo>
                    <a:pt x="3340" y="4222"/>
                    <a:pt x="3844" y="3939"/>
                    <a:pt x="4159" y="3498"/>
                  </a:cubicBezTo>
                  <a:lnTo>
                    <a:pt x="4159" y="694"/>
                  </a:lnTo>
                  <a:lnTo>
                    <a:pt x="3466" y="694"/>
                  </a:lnTo>
                  <a:cubicBezTo>
                    <a:pt x="2899" y="694"/>
                    <a:pt x="2395" y="442"/>
                    <a:pt x="208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8" name="Google Shape;5919;p63">
              <a:extLst>
                <a:ext uri="{FF2B5EF4-FFF2-40B4-BE49-F238E27FC236}">
                  <a16:creationId xmlns:a16="http://schemas.microsoft.com/office/drawing/2014/main" id="{088693CF-57E5-4617-4D5A-65DE79455AC0}"/>
                </a:ext>
              </a:extLst>
            </p:cNvPr>
            <p:cNvSpPr/>
            <p:nvPr/>
          </p:nvSpPr>
          <p:spPr>
            <a:xfrm>
              <a:off x="4678725" y="3962900"/>
              <a:ext cx="190650" cy="174100"/>
            </a:xfrm>
            <a:custGeom>
              <a:avLst/>
              <a:gdLst/>
              <a:ahLst/>
              <a:cxnLst/>
              <a:rect l="l" t="t" r="r" b="b"/>
              <a:pathLst>
                <a:path w="7626" h="6964" extrusionOk="0">
                  <a:moveTo>
                    <a:pt x="3813" y="1"/>
                  </a:moveTo>
                  <a:cubicBezTo>
                    <a:pt x="1734" y="1"/>
                    <a:pt x="1" y="1702"/>
                    <a:pt x="1" y="3813"/>
                  </a:cubicBezTo>
                  <a:lnTo>
                    <a:pt x="1" y="5955"/>
                  </a:lnTo>
                  <a:lnTo>
                    <a:pt x="64" y="5955"/>
                  </a:lnTo>
                  <a:cubicBezTo>
                    <a:pt x="64" y="6522"/>
                    <a:pt x="537" y="6964"/>
                    <a:pt x="1104" y="6964"/>
                  </a:cubicBezTo>
                  <a:lnTo>
                    <a:pt x="1104" y="3813"/>
                  </a:lnTo>
                  <a:cubicBezTo>
                    <a:pt x="1104" y="3624"/>
                    <a:pt x="1261" y="3467"/>
                    <a:pt x="1450" y="3467"/>
                  </a:cubicBezTo>
                  <a:lnTo>
                    <a:pt x="2458" y="3467"/>
                  </a:lnTo>
                  <a:cubicBezTo>
                    <a:pt x="3057" y="3467"/>
                    <a:pt x="3498" y="2994"/>
                    <a:pt x="3498" y="2427"/>
                  </a:cubicBezTo>
                  <a:lnTo>
                    <a:pt x="3498" y="1734"/>
                  </a:lnTo>
                  <a:cubicBezTo>
                    <a:pt x="3498" y="1545"/>
                    <a:pt x="3656" y="1387"/>
                    <a:pt x="3845" y="1387"/>
                  </a:cubicBezTo>
                  <a:cubicBezTo>
                    <a:pt x="4034" y="1387"/>
                    <a:pt x="4191" y="1545"/>
                    <a:pt x="4191" y="1734"/>
                  </a:cubicBezTo>
                  <a:lnTo>
                    <a:pt x="4191" y="2427"/>
                  </a:lnTo>
                  <a:cubicBezTo>
                    <a:pt x="4191" y="3025"/>
                    <a:pt x="4664" y="3467"/>
                    <a:pt x="5231" y="3467"/>
                  </a:cubicBezTo>
                  <a:lnTo>
                    <a:pt x="6239" y="3467"/>
                  </a:lnTo>
                  <a:cubicBezTo>
                    <a:pt x="6459" y="3467"/>
                    <a:pt x="6617" y="3624"/>
                    <a:pt x="6617" y="3813"/>
                  </a:cubicBezTo>
                  <a:lnTo>
                    <a:pt x="6617" y="6964"/>
                  </a:lnTo>
                  <a:cubicBezTo>
                    <a:pt x="7184" y="6964"/>
                    <a:pt x="7625" y="6491"/>
                    <a:pt x="7625" y="5955"/>
                  </a:cubicBezTo>
                  <a:lnTo>
                    <a:pt x="7625" y="3813"/>
                  </a:lnTo>
                  <a:cubicBezTo>
                    <a:pt x="7625" y="1734"/>
                    <a:pt x="5924" y="1"/>
                    <a:pt x="38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</p:grpSp>
      <p:grpSp>
        <p:nvGrpSpPr>
          <p:cNvPr id="15" name="Google Shape;622;p48">
            <a:extLst>
              <a:ext uri="{FF2B5EF4-FFF2-40B4-BE49-F238E27FC236}">
                <a16:creationId xmlns:a16="http://schemas.microsoft.com/office/drawing/2014/main" id="{A1ED5597-3B24-AA52-B967-45B2D071856F}"/>
              </a:ext>
            </a:extLst>
          </p:cNvPr>
          <p:cNvGrpSpPr/>
          <p:nvPr/>
        </p:nvGrpSpPr>
        <p:grpSpPr>
          <a:xfrm>
            <a:off x="1133252" y="1782255"/>
            <a:ext cx="387173" cy="411470"/>
            <a:chOff x="2132585" y="3443089"/>
            <a:chExt cx="387173" cy="411470"/>
          </a:xfrm>
          <a:solidFill>
            <a:srgbClr val="F5F5F3"/>
          </a:solidFill>
        </p:grpSpPr>
        <p:sp>
          <p:nvSpPr>
            <p:cNvPr id="16" name="Google Shape;623;p48">
              <a:extLst>
                <a:ext uri="{FF2B5EF4-FFF2-40B4-BE49-F238E27FC236}">
                  <a16:creationId xmlns:a16="http://schemas.microsoft.com/office/drawing/2014/main" id="{D6E8C351-6E1B-44D1-E577-01B1F52CB0D8}"/>
                </a:ext>
              </a:extLst>
            </p:cNvPr>
            <p:cNvSpPr/>
            <p:nvPr/>
          </p:nvSpPr>
          <p:spPr>
            <a:xfrm>
              <a:off x="2203996" y="3757678"/>
              <a:ext cx="26574" cy="24226"/>
            </a:xfrm>
            <a:custGeom>
              <a:avLst/>
              <a:gdLst/>
              <a:ahLst/>
              <a:cxnLst/>
              <a:rect l="l" t="t" r="r" b="b"/>
              <a:pathLst>
                <a:path w="1132" h="1032" extrusionOk="0">
                  <a:moveTo>
                    <a:pt x="566" y="0"/>
                  </a:moveTo>
                  <a:cubicBezTo>
                    <a:pt x="433" y="0"/>
                    <a:pt x="301" y="51"/>
                    <a:pt x="201" y="151"/>
                  </a:cubicBezTo>
                  <a:cubicBezTo>
                    <a:pt x="1" y="356"/>
                    <a:pt x="1" y="680"/>
                    <a:pt x="201" y="880"/>
                  </a:cubicBezTo>
                  <a:cubicBezTo>
                    <a:pt x="301" y="981"/>
                    <a:pt x="433" y="1031"/>
                    <a:pt x="566" y="1031"/>
                  </a:cubicBezTo>
                  <a:cubicBezTo>
                    <a:pt x="698" y="1031"/>
                    <a:pt x="830" y="981"/>
                    <a:pt x="931" y="880"/>
                  </a:cubicBezTo>
                  <a:cubicBezTo>
                    <a:pt x="1131" y="680"/>
                    <a:pt x="1131" y="356"/>
                    <a:pt x="931" y="151"/>
                  </a:cubicBezTo>
                  <a:cubicBezTo>
                    <a:pt x="830" y="51"/>
                    <a:pt x="698" y="0"/>
                    <a:pt x="5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17" name="Google Shape;624;p48">
              <a:extLst>
                <a:ext uri="{FF2B5EF4-FFF2-40B4-BE49-F238E27FC236}">
                  <a16:creationId xmlns:a16="http://schemas.microsoft.com/office/drawing/2014/main" id="{55D9416D-CB41-3E9B-BCAC-F0D6E345DE57}"/>
                </a:ext>
              </a:extLst>
            </p:cNvPr>
            <p:cNvSpPr/>
            <p:nvPr/>
          </p:nvSpPr>
          <p:spPr>
            <a:xfrm>
              <a:off x="2322051" y="3612532"/>
              <a:ext cx="28264" cy="24226"/>
            </a:xfrm>
            <a:custGeom>
              <a:avLst/>
              <a:gdLst/>
              <a:ahLst/>
              <a:cxnLst/>
              <a:rect l="l" t="t" r="r" b="b"/>
              <a:pathLst>
                <a:path w="1204" h="1032" extrusionOk="0">
                  <a:moveTo>
                    <a:pt x="689" y="0"/>
                  </a:moveTo>
                  <a:cubicBezTo>
                    <a:pt x="233" y="0"/>
                    <a:pt x="0" y="557"/>
                    <a:pt x="324" y="880"/>
                  </a:cubicBezTo>
                  <a:cubicBezTo>
                    <a:pt x="428" y="985"/>
                    <a:pt x="557" y="1031"/>
                    <a:pt x="683" y="1031"/>
                  </a:cubicBezTo>
                  <a:cubicBezTo>
                    <a:pt x="949" y="1031"/>
                    <a:pt x="1204" y="825"/>
                    <a:pt x="1204" y="516"/>
                  </a:cubicBezTo>
                  <a:cubicBezTo>
                    <a:pt x="1204" y="229"/>
                    <a:pt x="972" y="0"/>
                    <a:pt x="6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18" name="Google Shape;625;p48">
              <a:extLst>
                <a:ext uri="{FF2B5EF4-FFF2-40B4-BE49-F238E27FC236}">
                  <a16:creationId xmlns:a16="http://schemas.microsoft.com/office/drawing/2014/main" id="{A62FB7EF-FEA3-542F-D2FA-0F144CE3D550}"/>
                </a:ext>
              </a:extLst>
            </p:cNvPr>
            <p:cNvSpPr/>
            <p:nvPr/>
          </p:nvSpPr>
          <p:spPr>
            <a:xfrm>
              <a:off x="2132585" y="3515791"/>
              <a:ext cx="290315" cy="338768"/>
            </a:xfrm>
            <a:custGeom>
              <a:avLst/>
              <a:gdLst/>
              <a:ahLst/>
              <a:cxnLst/>
              <a:rect l="l" t="t" r="r" b="b"/>
              <a:pathLst>
                <a:path w="12367" h="14431" extrusionOk="0">
                  <a:moveTo>
                    <a:pt x="4274" y="3242"/>
                  </a:moveTo>
                  <a:lnTo>
                    <a:pt x="5003" y="3972"/>
                  </a:lnTo>
                  <a:lnTo>
                    <a:pt x="4274" y="4700"/>
                  </a:lnTo>
                  <a:lnTo>
                    <a:pt x="5003" y="5430"/>
                  </a:lnTo>
                  <a:lnTo>
                    <a:pt x="4274" y="6156"/>
                  </a:lnTo>
                  <a:lnTo>
                    <a:pt x="3544" y="5430"/>
                  </a:lnTo>
                  <a:lnTo>
                    <a:pt x="2814" y="6156"/>
                  </a:lnTo>
                  <a:lnTo>
                    <a:pt x="2085" y="5430"/>
                  </a:lnTo>
                  <a:lnTo>
                    <a:pt x="2814" y="4700"/>
                  </a:lnTo>
                  <a:lnTo>
                    <a:pt x="2085" y="3972"/>
                  </a:lnTo>
                  <a:lnTo>
                    <a:pt x="2814" y="3242"/>
                  </a:lnTo>
                  <a:lnTo>
                    <a:pt x="3544" y="3972"/>
                  </a:lnTo>
                  <a:lnTo>
                    <a:pt x="4274" y="3242"/>
                  </a:lnTo>
                  <a:close/>
                  <a:moveTo>
                    <a:pt x="9489" y="9302"/>
                  </a:moveTo>
                  <a:lnTo>
                    <a:pt x="10219" y="10031"/>
                  </a:lnTo>
                  <a:lnTo>
                    <a:pt x="9489" y="10761"/>
                  </a:lnTo>
                  <a:lnTo>
                    <a:pt x="10219" y="11491"/>
                  </a:lnTo>
                  <a:lnTo>
                    <a:pt x="9489" y="12215"/>
                  </a:lnTo>
                  <a:lnTo>
                    <a:pt x="8760" y="11491"/>
                  </a:lnTo>
                  <a:lnTo>
                    <a:pt x="8031" y="12215"/>
                  </a:lnTo>
                  <a:lnTo>
                    <a:pt x="7301" y="11491"/>
                  </a:lnTo>
                  <a:lnTo>
                    <a:pt x="8031" y="10761"/>
                  </a:lnTo>
                  <a:lnTo>
                    <a:pt x="7301" y="10031"/>
                  </a:lnTo>
                  <a:lnTo>
                    <a:pt x="8031" y="9302"/>
                  </a:lnTo>
                  <a:lnTo>
                    <a:pt x="8760" y="10031"/>
                  </a:lnTo>
                  <a:lnTo>
                    <a:pt x="9489" y="9302"/>
                  </a:lnTo>
                  <a:close/>
                  <a:moveTo>
                    <a:pt x="8786" y="3084"/>
                  </a:moveTo>
                  <a:cubicBezTo>
                    <a:pt x="9154" y="3084"/>
                    <a:pt x="9533" y="3222"/>
                    <a:pt x="9855" y="3543"/>
                  </a:cubicBezTo>
                  <a:cubicBezTo>
                    <a:pt x="10457" y="4144"/>
                    <a:pt x="10457" y="5129"/>
                    <a:pt x="9855" y="5731"/>
                  </a:cubicBezTo>
                  <a:cubicBezTo>
                    <a:pt x="9554" y="6032"/>
                    <a:pt x="9161" y="6182"/>
                    <a:pt x="8767" y="6182"/>
                  </a:cubicBezTo>
                  <a:cubicBezTo>
                    <a:pt x="8522" y="6182"/>
                    <a:pt x="8277" y="6124"/>
                    <a:pt x="8054" y="6009"/>
                  </a:cubicBezTo>
                  <a:cubicBezTo>
                    <a:pt x="6740" y="7108"/>
                    <a:pt x="5669" y="8486"/>
                    <a:pt x="4935" y="10031"/>
                  </a:cubicBezTo>
                  <a:cubicBezTo>
                    <a:pt x="5545" y="11053"/>
                    <a:pt x="4811" y="12366"/>
                    <a:pt x="3607" y="12366"/>
                  </a:cubicBezTo>
                  <a:cubicBezTo>
                    <a:pt x="2239" y="12366"/>
                    <a:pt x="1538" y="10706"/>
                    <a:pt x="2513" y="9730"/>
                  </a:cubicBezTo>
                  <a:cubicBezTo>
                    <a:pt x="2816" y="9427"/>
                    <a:pt x="3211" y="9276"/>
                    <a:pt x="3607" y="9276"/>
                  </a:cubicBezTo>
                  <a:cubicBezTo>
                    <a:pt x="3779" y="9276"/>
                    <a:pt x="3950" y="9305"/>
                    <a:pt x="4114" y="9361"/>
                  </a:cubicBezTo>
                  <a:cubicBezTo>
                    <a:pt x="4898" y="7792"/>
                    <a:pt x="6006" y="6388"/>
                    <a:pt x="7347" y="5262"/>
                  </a:cubicBezTo>
                  <a:cubicBezTo>
                    <a:pt x="6846" y="4117"/>
                    <a:pt x="7778" y="3084"/>
                    <a:pt x="8786" y="3084"/>
                  </a:cubicBezTo>
                  <a:close/>
                  <a:moveTo>
                    <a:pt x="1" y="0"/>
                  </a:moveTo>
                  <a:lnTo>
                    <a:pt x="1" y="14431"/>
                  </a:lnTo>
                  <a:lnTo>
                    <a:pt x="12366" y="14431"/>
                  </a:lnTo>
                  <a:lnTo>
                    <a:pt x="12366" y="0"/>
                  </a:lnTo>
                  <a:lnTo>
                    <a:pt x="11336" y="0"/>
                  </a:lnTo>
                  <a:lnTo>
                    <a:pt x="11336" y="2061"/>
                  </a:lnTo>
                  <a:lnTo>
                    <a:pt x="1031" y="2061"/>
                  </a:lnTo>
                  <a:lnTo>
                    <a:pt x="10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19" name="Google Shape;626;p48">
              <a:extLst>
                <a:ext uri="{FF2B5EF4-FFF2-40B4-BE49-F238E27FC236}">
                  <a16:creationId xmlns:a16="http://schemas.microsoft.com/office/drawing/2014/main" id="{5B5798AA-F2C7-9CD3-BBF4-6A5D958FFFBB}"/>
                </a:ext>
              </a:extLst>
            </p:cNvPr>
            <p:cNvSpPr/>
            <p:nvPr/>
          </p:nvSpPr>
          <p:spPr>
            <a:xfrm>
              <a:off x="2180990" y="3443089"/>
              <a:ext cx="193528" cy="96905"/>
            </a:xfrm>
            <a:custGeom>
              <a:avLst/>
              <a:gdLst/>
              <a:ahLst/>
              <a:cxnLst/>
              <a:rect l="l" t="t" r="r" b="b"/>
              <a:pathLst>
                <a:path w="8244" h="4128" extrusionOk="0">
                  <a:moveTo>
                    <a:pt x="4121" y="0"/>
                  </a:moveTo>
                  <a:cubicBezTo>
                    <a:pt x="2982" y="0"/>
                    <a:pt x="2061" y="926"/>
                    <a:pt x="2061" y="2066"/>
                  </a:cubicBezTo>
                  <a:lnTo>
                    <a:pt x="0" y="2066"/>
                  </a:lnTo>
                  <a:lnTo>
                    <a:pt x="0" y="4127"/>
                  </a:lnTo>
                  <a:lnTo>
                    <a:pt x="8244" y="4127"/>
                  </a:lnTo>
                  <a:lnTo>
                    <a:pt x="8244" y="2066"/>
                  </a:lnTo>
                  <a:lnTo>
                    <a:pt x="6183" y="2066"/>
                  </a:lnTo>
                  <a:cubicBezTo>
                    <a:pt x="6183" y="926"/>
                    <a:pt x="5262" y="0"/>
                    <a:pt x="41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20" name="Google Shape;627;p48">
              <a:extLst>
                <a:ext uri="{FF2B5EF4-FFF2-40B4-BE49-F238E27FC236}">
                  <a16:creationId xmlns:a16="http://schemas.microsoft.com/office/drawing/2014/main" id="{76249AB7-45F2-67AB-915E-47F0DC661C2B}"/>
                </a:ext>
              </a:extLst>
            </p:cNvPr>
            <p:cNvSpPr/>
            <p:nvPr/>
          </p:nvSpPr>
          <p:spPr>
            <a:xfrm>
              <a:off x="2447173" y="3612532"/>
              <a:ext cx="72585" cy="238295"/>
            </a:xfrm>
            <a:custGeom>
              <a:avLst/>
              <a:gdLst/>
              <a:ahLst/>
              <a:cxnLst/>
              <a:rect l="l" t="t" r="r" b="b"/>
              <a:pathLst>
                <a:path w="3092" h="10151" extrusionOk="0">
                  <a:moveTo>
                    <a:pt x="0" y="0"/>
                  </a:moveTo>
                  <a:lnTo>
                    <a:pt x="0" y="6284"/>
                  </a:lnTo>
                  <a:lnTo>
                    <a:pt x="1547" y="10150"/>
                  </a:lnTo>
                  <a:lnTo>
                    <a:pt x="3092" y="6284"/>
                  </a:lnTo>
                  <a:lnTo>
                    <a:pt x="30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21" name="Google Shape;628;p48">
              <a:extLst>
                <a:ext uri="{FF2B5EF4-FFF2-40B4-BE49-F238E27FC236}">
                  <a16:creationId xmlns:a16="http://schemas.microsoft.com/office/drawing/2014/main" id="{EC83A96B-6CB9-622E-9EDA-47BDCADC0799}"/>
                </a:ext>
              </a:extLst>
            </p:cNvPr>
            <p:cNvSpPr/>
            <p:nvPr/>
          </p:nvSpPr>
          <p:spPr>
            <a:xfrm>
              <a:off x="2447173" y="3539971"/>
              <a:ext cx="72585" cy="48405"/>
            </a:xfrm>
            <a:custGeom>
              <a:avLst/>
              <a:gdLst/>
              <a:ahLst/>
              <a:cxnLst/>
              <a:rect l="l" t="t" r="r" b="b"/>
              <a:pathLst>
                <a:path w="3092" h="2062" extrusionOk="0">
                  <a:moveTo>
                    <a:pt x="0" y="0"/>
                  </a:moveTo>
                  <a:lnTo>
                    <a:pt x="0" y="2062"/>
                  </a:lnTo>
                  <a:lnTo>
                    <a:pt x="3092" y="2062"/>
                  </a:lnTo>
                  <a:lnTo>
                    <a:pt x="30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</p:grpSp>
      <p:grpSp>
        <p:nvGrpSpPr>
          <p:cNvPr id="22" name="Google Shape;652;p48">
            <a:extLst>
              <a:ext uri="{FF2B5EF4-FFF2-40B4-BE49-F238E27FC236}">
                <a16:creationId xmlns:a16="http://schemas.microsoft.com/office/drawing/2014/main" id="{056E9094-7BA2-E538-318A-3947544ED0C0}"/>
              </a:ext>
            </a:extLst>
          </p:cNvPr>
          <p:cNvGrpSpPr/>
          <p:nvPr/>
        </p:nvGrpSpPr>
        <p:grpSpPr>
          <a:xfrm>
            <a:off x="3619487" y="1799510"/>
            <a:ext cx="418653" cy="411470"/>
            <a:chOff x="7010807" y="2750483"/>
            <a:chExt cx="418653" cy="411470"/>
          </a:xfrm>
          <a:solidFill>
            <a:srgbClr val="F5F5F3"/>
          </a:solidFill>
        </p:grpSpPr>
        <p:sp>
          <p:nvSpPr>
            <p:cNvPr id="23" name="Google Shape;653;p48">
              <a:extLst>
                <a:ext uri="{FF2B5EF4-FFF2-40B4-BE49-F238E27FC236}">
                  <a16:creationId xmlns:a16="http://schemas.microsoft.com/office/drawing/2014/main" id="{5FF7E4A5-0F60-8817-3DD3-CF172E3CAB69}"/>
                </a:ext>
              </a:extLst>
            </p:cNvPr>
            <p:cNvSpPr/>
            <p:nvPr/>
          </p:nvSpPr>
          <p:spPr>
            <a:xfrm>
              <a:off x="7089495" y="2968706"/>
              <a:ext cx="114441" cy="114464"/>
            </a:xfrm>
            <a:custGeom>
              <a:avLst/>
              <a:gdLst/>
              <a:ahLst/>
              <a:cxnLst/>
              <a:rect l="l" t="t" r="r" b="b"/>
              <a:pathLst>
                <a:path w="4875" h="4876" extrusionOk="0">
                  <a:moveTo>
                    <a:pt x="1204" y="1"/>
                  </a:moveTo>
                  <a:lnTo>
                    <a:pt x="0" y="1205"/>
                  </a:lnTo>
                  <a:lnTo>
                    <a:pt x="3670" y="4875"/>
                  </a:lnTo>
                  <a:lnTo>
                    <a:pt x="4874" y="3671"/>
                  </a:lnTo>
                  <a:lnTo>
                    <a:pt x="12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24" name="Google Shape;654;p48">
              <a:extLst>
                <a:ext uri="{FF2B5EF4-FFF2-40B4-BE49-F238E27FC236}">
                  <a16:creationId xmlns:a16="http://schemas.microsoft.com/office/drawing/2014/main" id="{0332C1EB-FED5-CF1B-32E4-1F1AF9BDC9F5}"/>
                </a:ext>
              </a:extLst>
            </p:cNvPr>
            <p:cNvSpPr/>
            <p:nvPr/>
          </p:nvSpPr>
          <p:spPr>
            <a:xfrm>
              <a:off x="7095481" y="2787925"/>
              <a:ext cx="90567" cy="79557"/>
            </a:xfrm>
            <a:custGeom>
              <a:avLst/>
              <a:gdLst/>
              <a:ahLst/>
              <a:cxnLst/>
              <a:rect l="l" t="t" r="r" b="b"/>
              <a:pathLst>
                <a:path w="3858" h="3389" extrusionOk="0">
                  <a:moveTo>
                    <a:pt x="2047" y="0"/>
                  </a:moveTo>
                  <a:lnTo>
                    <a:pt x="0" y="2043"/>
                  </a:lnTo>
                  <a:lnTo>
                    <a:pt x="1349" y="3388"/>
                  </a:lnTo>
                  <a:lnTo>
                    <a:pt x="2996" y="1405"/>
                  </a:lnTo>
                  <a:cubicBezTo>
                    <a:pt x="3264" y="1072"/>
                    <a:pt x="3552" y="753"/>
                    <a:pt x="3857" y="452"/>
                  </a:cubicBezTo>
                  <a:lnTo>
                    <a:pt x="2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25" name="Google Shape;655;p48">
              <a:extLst>
                <a:ext uri="{FF2B5EF4-FFF2-40B4-BE49-F238E27FC236}">
                  <a16:creationId xmlns:a16="http://schemas.microsoft.com/office/drawing/2014/main" id="{F4B7B239-DA72-D5AB-1B8C-5A44B657400D}"/>
                </a:ext>
              </a:extLst>
            </p:cNvPr>
            <p:cNvSpPr/>
            <p:nvPr/>
          </p:nvSpPr>
          <p:spPr>
            <a:xfrm>
              <a:off x="7305160" y="2986688"/>
              <a:ext cx="79674" cy="90590"/>
            </a:xfrm>
            <a:custGeom>
              <a:avLst/>
              <a:gdLst/>
              <a:ahLst/>
              <a:cxnLst/>
              <a:rect l="l" t="t" r="r" b="b"/>
              <a:pathLst>
                <a:path w="3394" h="3859" extrusionOk="0">
                  <a:moveTo>
                    <a:pt x="2941" y="1"/>
                  </a:moveTo>
                  <a:cubicBezTo>
                    <a:pt x="2640" y="306"/>
                    <a:pt x="2321" y="593"/>
                    <a:pt x="1988" y="862"/>
                  </a:cubicBezTo>
                  <a:lnTo>
                    <a:pt x="1" y="2508"/>
                  </a:lnTo>
                  <a:lnTo>
                    <a:pt x="1350" y="3858"/>
                  </a:lnTo>
                  <a:lnTo>
                    <a:pt x="3393" y="1811"/>
                  </a:lnTo>
                  <a:lnTo>
                    <a:pt x="294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26" name="Google Shape;656;p48">
              <a:extLst>
                <a:ext uri="{FF2B5EF4-FFF2-40B4-BE49-F238E27FC236}">
                  <a16:creationId xmlns:a16="http://schemas.microsoft.com/office/drawing/2014/main" id="{7823A6A1-EE2C-BD4F-650C-A2BAE09B4D86}"/>
                </a:ext>
              </a:extLst>
            </p:cNvPr>
            <p:cNvSpPr/>
            <p:nvPr/>
          </p:nvSpPr>
          <p:spPr>
            <a:xfrm>
              <a:off x="7010807" y="3014201"/>
              <a:ext cx="78712" cy="78688"/>
            </a:xfrm>
            <a:custGeom>
              <a:avLst/>
              <a:gdLst/>
              <a:ahLst/>
              <a:cxnLst/>
              <a:rect l="l" t="t" r="r" b="b"/>
              <a:pathLst>
                <a:path w="3353" h="3352" extrusionOk="0">
                  <a:moveTo>
                    <a:pt x="2618" y="1"/>
                  </a:moveTo>
                  <a:lnTo>
                    <a:pt x="0" y="2617"/>
                  </a:lnTo>
                  <a:lnTo>
                    <a:pt x="734" y="3352"/>
                  </a:lnTo>
                  <a:lnTo>
                    <a:pt x="3352" y="734"/>
                  </a:lnTo>
                  <a:lnTo>
                    <a:pt x="26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27" name="Google Shape;657;p48">
              <a:extLst>
                <a:ext uri="{FF2B5EF4-FFF2-40B4-BE49-F238E27FC236}">
                  <a16:creationId xmlns:a16="http://schemas.microsoft.com/office/drawing/2014/main" id="{CF049C53-E19B-0CCF-736E-FA532190B07B}"/>
                </a:ext>
              </a:extLst>
            </p:cNvPr>
            <p:cNvSpPr/>
            <p:nvPr/>
          </p:nvSpPr>
          <p:spPr>
            <a:xfrm>
              <a:off x="7028038" y="3048662"/>
              <a:ext cx="95919" cy="96036"/>
            </a:xfrm>
            <a:custGeom>
              <a:avLst/>
              <a:gdLst/>
              <a:ahLst/>
              <a:cxnLst/>
              <a:rect l="l" t="t" r="r" b="b"/>
              <a:pathLst>
                <a:path w="4086" h="4091" extrusionOk="0">
                  <a:moveTo>
                    <a:pt x="3352" y="0"/>
                  </a:moveTo>
                  <a:lnTo>
                    <a:pt x="0" y="3357"/>
                  </a:lnTo>
                  <a:lnTo>
                    <a:pt x="735" y="4091"/>
                  </a:lnTo>
                  <a:lnTo>
                    <a:pt x="4086" y="735"/>
                  </a:lnTo>
                  <a:lnTo>
                    <a:pt x="335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28" name="Google Shape;658;p48">
              <a:extLst>
                <a:ext uri="{FF2B5EF4-FFF2-40B4-BE49-F238E27FC236}">
                  <a16:creationId xmlns:a16="http://schemas.microsoft.com/office/drawing/2014/main" id="{49BB09D8-6BAC-1D55-0C59-3F20D18A5E0C}"/>
                </a:ext>
              </a:extLst>
            </p:cNvPr>
            <p:cNvSpPr/>
            <p:nvPr/>
          </p:nvSpPr>
          <p:spPr>
            <a:xfrm>
              <a:off x="7079753" y="3083147"/>
              <a:ext cx="78688" cy="78806"/>
            </a:xfrm>
            <a:custGeom>
              <a:avLst/>
              <a:gdLst/>
              <a:ahLst/>
              <a:cxnLst/>
              <a:rect l="l" t="t" r="r" b="b"/>
              <a:pathLst>
                <a:path w="3352" h="3357" extrusionOk="0">
                  <a:moveTo>
                    <a:pt x="2617" y="0"/>
                  </a:moveTo>
                  <a:lnTo>
                    <a:pt x="0" y="2622"/>
                  </a:lnTo>
                  <a:lnTo>
                    <a:pt x="734" y="3356"/>
                  </a:lnTo>
                  <a:lnTo>
                    <a:pt x="3351" y="734"/>
                  </a:lnTo>
                  <a:lnTo>
                    <a:pt x="26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29" name="Google Shape;659;p48">
              <a:extLst>
                <a:ext uri="{FF2B5EF4-FFF2-40B4-BE49-F238E27FC236}">
                  <a16:creationId xmlns:a16="http://schemas.microsoft.com/office/drawing/2014/main" id="{B6EACF9E-3007-05B0-7A14-599E49C8F7B5}"/>
                </a:ext>
              </a:extLst>
            </p:cNvPr>
            <p:cNvSpPr/>
            <p:nvPr/>
          </p:nvSpPr>
          <p:spPr>
            <a:xfrm>
              <a:off x="7240815" y="2880440"/>
              <a:ext cx="53570" cy="48781"/>
            </a:xfrm>
            <a:custGeom>
              <a:avLst/>
              <a:gdLst/>
              <a:ahLst/>
              <a:cxnLst/>
              <a:rect l="l" t="t" r="r" b="b"/>
              <a:pathLst>
                <a:path w="2282" h="2078" extrusionOk="0">
                  <a:moveTo>
                    <a:pt x="1141" y="0"/>
                  </a:moveTo>
                  <a:cubicBezTo>
                    <a:pt x="875" y="0"/>
                    <a:pt x="610" y="102"/>
                    <a:pt x="407" y="304"/>
                  </a:cubicBezTo>
                  <a:cubicBezTo>
                    <a:pt x="1" y="710"/>
                    <a:pt x="1" y="1367"/>
                    <a:pt x="407" y="1773"/>
                  </a:cubicBezTo>
                  <a:cubicBezTo>
                    <a:pt x="610" y="1976"/>
                    <a:pt x="875" y="2077"/>
                    <a:pt x="1141" y="2077"/>
                  </a:cubicBezTo>
                  <a:cubicBezTo>
                    <a:pt x="1407" y="2077"/>
                    <a:pt x="1672" y="1976"/>
                    <a:pt x="1875" y="1773"/>
                  </a:cubicBezTo>
                  <a:cubicBezTo>
                    <a:pt x="2281" y="1367"/>
                    <a:pt x="2281" y="710"/>
                    <a:pt x="1875" y="304"/>
                  </a:cubicBezTo>
                  <a:cubicBezTo>
                    <a:pt x="1672" y="102"/>
                    <a:pt x="1407" y="0"/>
                    <a:pt x="11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30" name="Google Shape;660;p48">
              <a:extLst>
                <a:ext uri="{FF2B5EF4-FFF2-40B4-BE49-F238E27FC236}">
                  <a16:creationId xmlns:a16="http://schemas.microsoft.com/office/drawing/2014/main" id="{CD7A27E1-78C0-48BD-877B-5804907A7B22}"/>
                </a:ext>
              </a:extLst>
            </p:cNvPr>
            <p:cNvSpPr/>
            <p:nvPr/>
          </p:nvSpPr>
          <p:spPr>
            <a:xfrm>
              <a:off x="7309339" y="2750483"/>
              <a:ext cx="120122" cy="112610"/>
            </a:xfrm>
            <a:custGeom>
              <a:avLst/>
              <a:gdLst/>
              <a:ahLst/>
              <a:cxnLst/>
              <a:rect l="l" t="t" r="r" b="b"/>
              <a:pathLst>
                <a:path w="5117" h="4797" extrusionOk="0">
                  <a:moveTo>
                    <a:pt x="2288" y="1"/>
                  </a:moveTo>
                  <a:cubicBezTo>
                    <a:pt x="1624" y="1"/>
                    <a:pt x="847" y="69"/>
                    <a:pt x="0" y="273"/>
                  </a:cubicBezTo>
                  <a:lnTo>
                    <a:pt x="4523" y="4796"/>
                  </a:lnTo>
                  <a:cubicBezTo>
                    <a:pt x="5116" y="2344"/>
                    <a:pt x="4560" y="469"/>
                    <a:pt x="4537" y="259"/>
                  </a:cubicBezTo>
                  <a:cubicBezTo>
                    <a:pt x="4400" y="245"/>
                    <a:pt x="3549" y="1"/>
                    <a:pt x="22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  <p:sp>
          <p:nvSpPr>
            <p:cNvPr id="31" name="Google Shape;661;p48">
              <a:extLst>
                <a:ext uri="{FF2B5EF4-FFF2-40B4-BE49-F238E27FC236}">
                  <a16:creationId xmlns:a16="http://schemas.microsoft.com/office/drawing/2014/main" id="{03DED5AA-7867-7C75-D203-22FFF5163BFE}"/>
                </a:ext>
              </a:extLst>
            </p:cNvPr>
            <p:cNvSpPr/>
            <p:nvPr/>
          </p:nvSpPr>
          <p:spPr>
            <a:xfrm>
              <a:off x="7109707" y="2765037"/>
              <a:ext cx="297710" cy="297780"/>
            </a:xfrm>
            <a:custGeom>
              <a:avLst/>
              <a:gdLst/>
              <a:ahLst/>
              <a:cxnLst/>
              <a:rect l="l" t="t" r="r" b="b"/>
              <a:pathLst>
                <a:path w="12682" h="12685" extrusionOk="0">
                  <a:moveTo>
                    <a:pt x="6726" y="3878"/>
                  </a:moveTo>
                  <a:cubicBezTo>
                    <a:pt x="7257" y="3878"/>
                    <a:pt x="7788" y="4081"/>
                    <a:pt x="8194" y="4487"/>
                  </a:cubicBezTo>
                  <a:cubicBezTo>
                    <a:pt x="9005" y="5298"/>
                    <a:pt x="9005" y="6615"/>
                    <a:pt x="8194" y="7423"/>
                  </a:cubicBezTo>
                  <a:cubicBezTo>
                    <a:pt x="7788" y="7829"/>
                    <a:pt x="7257" y="8032"/>
                    <a:pt x="6726" y="8032"/>
                  </a:cubicBezTo>
                  <a:cubicBezTo>
                    <a:pt x="6195" y="8032"/>
                    <a:pt x="5663" y="7829"/>
                    <a:pt x="5257" y="7423"/>
                  </a:cubicBezTo>
                  <a:cubicBezTo>
                    <a:pt x="4446" y="6611"/>
                    <a:pt x="4446" y="5298"/>
                    <a:pt x="5257" y="4487"/>
                  </a:cubicBezTo>
                  <a:cubicBezTo>
                    <a:pt x="5663" y="4081"/>
                    <a:pt x="6195" y="3878"/>
                    <a:pt x="6726" y="3878"/>
                  </a:cubicBezTo>
                  <a:close/>
                  <a:moveTo>
                    <a:pt x="7378" y="0"/>
                  </a:moveTo>
                  <a:cubicBezTo>
                    <a:pt x="5732" y="615"/>
                    <a:pt x="4282" y="1664"/>
                    <a:pt x="3184" y="3037"/>
                  </a:cubicBezTo>
                  <a:lnTo>
                    <a:pt x="0" y="6876"/>
                  </a:lnTo>
                  <a:lnTo>
                    <a:pt x="5810" y="12684"/>
                  </a:lnTo>
                  <a:lnTo>
                    <a:pt x="9644" y="9498"/>
                  </a:lnTo>
                  <a:cubicBezTo>
                    <a:pt x="11017" y="8399"/>
                    <a:pt x="12065" y="6949"/>
                    <a:pt x="12681" y="5302"/>
                  </a:cubicBezTo>
                  <a:lnTo>
                    <a:pt x="737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PT" noProof="0" dirty="0"/>
            </a:p>
          </p:txBody>
        </p:sp>
      </p:grp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>
          <a:extLst>
            <a:ext uri="{FF2B5EF4-FFF2-40B4-BE49-F238E27FC236}">
              <a16:creationId xmlns:a16="http://schemas.microsoft.com/office/drawing/2014/main" id="{929E2BD3-FA96-897E-EDF0-7C1665021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">
            <a:extLst>
              <a:ext uri="{FF2B5EF4-FFF2-40B4-BE49-F238E27FC236}">
                <a16:creationId xmlns:a16="http://schemas.microsoft.com/office/drawing/2014/main" id="{E24E26AD-BDBB-AFD9-814C-857100AE9C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7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noProof="0" dirty="0"/>
              <a:t>Base de dados</a:t>
            </a:r>
          </a:p>
        </p:txBody>
      </p:sp>
      <p:sp>
        <p:nvSpPr>
          <p:cNvPr id="233" name="Google Shape;233;p30">
            <a:extLst>
              <a:ext uri="{FF2B5EF4-FFF2-40B4-BE49-F238E27FC236}">
                <a16:creationId xmlns:a16="http://schemas.microsoft.com/office/drawing/2014/main" id="{499BDCDD-481E-FB0D-83B0-B3A647F23987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713225" y="1820636"/>
            <a:ext cx="857700" cy="607521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noProof="0" dirty="0"/>
              <a:t>04</a:t>
            </a:r>
          </a:p>
        </p:txBody>
      </p:sp>
      <p:sp>
        <p:nvSpPr>
          <p:cNvPr id="234" name="Google Shape;234;p30">
            <a:extLst>
              <a:ext uri="{FF2B5EF4-FFF2-40B4-BE49-F238E27FC236}">
                <a16:creationId xmlns:a16="http://schemas.microsoft.com/office/drawing/2014/main" id="{B7DCB947-6E53-AD42-5DC8-1216DE78D536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4572075" y="1820634"/>
            <a:ext cx="857700" cy="607522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noProof="0" dirty="0"/>
              <a:t>01</a:t>
            </a:r>
          </a:p>
        </p:txBody>
      </p:sp>
      <p:sp>
        <p:nvSpPr>
          <p:cNvPr id="235" name="Google Shape;235;p30">
            <a:extLst>
              <a:ext uri="{FF2B5EF4-FFF2-40B4-BE49-F238E27FC236}">
                <a16:creationId xmlns:a16="http://schemas.microsoft.com/office/drawing/2014/main" id="{F2698AFE-E71B-F9F5-21A8-D9640B10D07C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713225" y="2697066"/>
            <a:ext cx="857700" cy="607521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noProof="0" dirty="0"/>
              <a:t>01</a:t>
            </a:r>
          </a:p>
        </p:txBody>
      </p:sp>
      <p:sp>
        <p:nvSpPr>
          <p:cNvPr id="236" name="Google Shape;236;p30">
            <a:extLst>
              <a:ext uri="{FF2B5EF4-FFF2-40B4-BE49-F238E27FC236}">
                <a16:creationId xmlns:a16="http://schemas.microsoft.com/office/drawing/2014/main" id="{2A3174C4-CBE4-2E5D-6527-3B35709F748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70879" y="1820636"/>
            <a:ext cx="2791500" cy="60752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noProof="0" dirty="0" err="1"/>
              <a:t>Triggers</a:t>
            </a:r>
            <a:endParaRPr lang="pt-PT" sz="1800" noProof="0" dirty="0"/>
          </a:p>
        </p:txBody>
      </p:sp>
      <p:sp>
        <p:nvSpPr>
          <p:cNvPr id="237" name="Google Shape;237;p30">
            <a:extLst>
              <a:ext uri="{FF2B5EF4-FFF2-40B4-BE49-F238E27FC236}">
                <a16:creationId xmlns:a16="http://schemas.microsoft.com/office/drawing/2014/main" id="{6759AF3E-3EAB-B26C-B6E2-2734D7FB96DD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1570879" y="2697066"/>
            <a:ext cx="2791500" cy="60752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noProof="0" dirty="0" err="1"/>
              <a:t>View</a:t>
            </a:r>
            <a:endParaRPr lang="pt-PT" sz="1800" noProof="0" dirty="0"/>
          </a:p>
        </p:txBody>
      </p:sp>
      <p:sp>
        <p:nvSpPr>
          <p:cNvPr id="239" name="Google Shape;239;p30">
            <a:extLst>
              <a:ext uri="{FF2B5EF4-FFF2-40B4-BE49-F238E27FC236}">
                <a16:creationId xmlns:a16="http://schemas.microsoft.com/office/drawing/2014/main" id="{11C28F95-E586-733B-3CDA-85D784066D13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429723" y="1820636"/>
            <a:ext cx="2791500" cy="6075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noProof="0" dirty="0"/>
              <a:t>UDF</a:t>
            </a:r>
          </a:p>
        </p:txBody>
      </p:sp>
      <p:sp>
        <p:nvSpPr>
          <p:cNvPr id="241" name="Google Shape;241;p30">
            <a:extLst>
              <a:ext uri="{FF2B5EF4-FFF2-40B4-BE49-F238E27FC236}">
                <a16:creationId xmlns:a16="http://schemas.microsoft.com/office/drawing/2014/main" id="{48EB048A-F509-4760-B67C-0FCEE1C6B316}"/>
              </a:ext>
            </a:extLst>
          </p:cNvPr>
          <p:cNvSpPr txBox="1">
            <a:spLocks noGrp="1"/>
          </p:cNvSpPr>
          <p:nvPr>
            <p:ph type="title" idx="13"/>
          </p:nvPr>
        </p:nvSpPr>
        <p:spPr>
          <a:xfrm>
            <a:off x="4572075" y="2697066"/>
            <a:ext cx="857700" cy="607521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noProof="0" dirty="0"/>
              <a:t>02</a:t>
            </a:r>
          </a:p>
        </p:txBody>
      </p:sp>
      <p:sp>
        <p:nvSpPr>
          <p:cNvPr id="242" name="Google Shape;242;p30">
            <a:extLst>
              <a:ext uri="{FF2B5EF4-FFF2-40B4-BE49-F238E27FC236}">
                <a16:creationId xmlns:a16="http://schemas.microsoft.com/office/drawing/2014/main" id="{7FF611DF-C9E5-5C36-A310-79EE493464D6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5429723" y="2697066"/>
            <a:ext cx="2791500" cy="60752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800" noProof="0" dirty="0" err="1"/>
              <a:t>Stored</a:t>
            </a:r>
            <a:r>
              <a:rPr lang="pt-PT" sz="1800" noProof="0" dirty="0"/>
              <a:t> </a:t>
            </a:r>
            <a:r>
              <a:rPr lang="pt-PT" sz="1800" noProof="0" dirty="0" err="1"/>
              <a:t>Procedures</a:t>
            </a:r>
            <a:endParaRPr lang="pt-PT" sz="1800" noProof="0" dirty="0"/>
          </a:p>
        </p:txBody>
      </p:sp>
      <p:sp>
        <p:nvSpPr>
          <p:cNvPr id="2" name="Google Shape;235;p30">
            <a:extLst>
              <a:ext uri="{FF2B5EF4-FFF2-40B4-BE49-F238E27FC236}">
                <a16:creationId xmlns:a16="http://schemas.microsoft.com/office/drawing/2014/main" id="{95D56DB3-A467-DF98-C4ED-584C173D189E}"/>
              </a:ext>
            </a:extLst>
          </p:cNvPr>
          <p:cNvSpPr txBox="1">
            <a:spLocks/>
          </p:cNvSpPr>
          <p:nvPr/>
        </p:nvSpPr>
        <p:spPr>
          <a:xfrm>
            <a:off x="713225" y="3563382"/>
            <a:ext cx="857700" cy="60752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osto One"/>
              <a:buNone/>
              <a:defRPr sz="3000" b="1" i="0" u="none" strike="noStrike" cap="none">
                <a:solidFill>
                  <a:schemeClr val="lt1"/>
                </a:solidFill>
                <a:latin typeface="Prosto One"/>
                <a:ea typeface="Prosto One"/>
                <a:cs typeface="Prosto One"/>
                <a:sym typeface="Prosto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pt-PT"/>
              <a:t>01</a:t>
            </a:r>
            <a:endParaRPr lang="pt-PT" dirty="0"/>
          </a:p>
        </p:txBody>
      </p:sp>
      <p:sp>
        <p:nvSpPr>
          <p:cNvPr id="3" name="Google Shape;237;p30">
            <a:extLst>
              <a:ext uri="{FF2B5EF4-FFF2-40B4-BE49-F238E27FC236}">
                <a16:creationId xmlns:a16="http://schemas.microsoft.com/office/drawing/2014/main" id="{4DA17777-F3D4-8DC8-3C03-ED22F2BD23C8}"/>
              </a:ext>
            </a:extLst>
          </p:cNvPr>
          <p:cNvSpPr txBox="1">
            <a:spLocks/>
          </p:cNvSpPr>
          <p:nvPr/>
        </p:nvSpPr>
        <p:spPr>
          <a:xfrm>
            <a:off x="1570879" y="3563382"/>
            <a:ext cx="2791500" cy="60752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pt-PT" sz="1800" dirty="0"/>
              <a:t>Cursor</a:t>
            </a:r>
          </a:p>
        </p:txBody>
      </p:sp>
      <p:sp>
        <p:nvSpPr>
          <p:cNvPr id="4" name="Google Shape;241;p30">
            <a:extLst>
              <a:ext uri="{FF2B5EF4-FFF2-40B4-BE49-F238E27FC236}">
                <a16:creationId xmlns:a16="http://schemas.microsoft.com/office/drawing/2014/main" id="{810DC391-5FF9-7499-5B09-24EF403ABF69}"/>
              </a:ext>
            </a:extLst>
          </p:cNvPr>
          <p:cNvSpPr txBox="1">
            <a:spLocks/>
          </p:cNvSpPr>
          <p:nvPr/>
        </p:nvSpPr>
        <p:spPr>
          <a:xfrm>
            <a:off x="4572075" y="3563382"/>
            <a:ext cx="857700" cy="60752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rosto One"/>
              <a:buNone/>
              <a:defRPr sz="3000" b="1" i="0" u="none" strike="noStrike" cap="none">
                <a:solidFill>
                  <a:schemeClr val="lt1"/>
                </a:solidFill>
                <a:latin typeface="Prosto One"/>
                <a:ea typeface="Prosto One"/>
                <a:cs typeface="Prosto One"/>
                <a:sym typeface="Prosto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ebas Neue"/>
              <a:buNone/>
              <a:defRPr sz="30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pt-PT" dirty="0"/>
              <a:t>05</a:t>
            </a:r>
          </a:p>
        </p:txBody>
      </p:sp>
      <p:sp>
        <p:nvSpPr>
          <p:cNvPr id="5" name="Google Shape;242;p30">
            <a:extLst>
              <a:ext uri="{FF2B5EF4-FFF2-40B4-BE49-F238E27FC236}">
                <a16:creationId xmlns:a16="http://schemas.microsoft.com/office/drawing/2014/main" id="{A4684E7E-A7AF-B6FE-EA84-28D8A3DFA5E7}"/>
              </a:ext>
            </a:extLst>
          </p:cNvPr>
          <p:cNvSpPr txBox="1">
            <a:spLocks/>
          </p:cNvSpPr>
          <p:nvPr/>
        </p:nvSpPr>
        <p:spPr>
          <a:xfrm>
            <a:off x="5429723" y="3563382"/>
            <a:ext cx="2791500" cy="60752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pt-PT" sz="1800" dirty="0"/>
              <a:t>Indexes</a:t>
            </a:r>
          </a:p>
        </p:txBody>
      </p:sp>
    </p:spTree>
    <p:extLst>
      <p:ext uri="{BB962C8B-B14F-4D97-AF65-F5344CB8AC3E}">
        <p14:creationId xmlns:p14="http://schemas.microsoft.com/office/powerpoint/2010/main" val="55822162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D8ECE4A6-A695-3817-CC32-0270BDE63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Vídeo</a:t>
            </a:r>
            <a:r>
              <a:rPr lang="en-US" dirty="0"/>
              <a:t> da BD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A2ADE49-6DB5-ECE9-E586-D9FF1BC1C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40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808541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>
          <a:extLst>
            <a:ext uri="{FF2B5EF4-FFF2-40B4-BE49-F238E27FC236}">
              <a16:creationId xmlns:a16="http://schemas.microsoft.com/office/drawing/2014/main" id="{8A8EF012-9915-73F6-BC2C-C7449F523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9">
            <a:extLst>
              <a:ext uri="{FF2B5EF4-FFF2-40B4-BE49-F238E27FC236}">
                <a16:creationId xmlns:a16="http://schemas.microsoft.com/office/drawing/2014/main" id="{AFFE4935-E947-24A1-860A-74B675C406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50" y="1907550"/>
            <a:ext cx="7717500" cy="132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4000" noProof="0" dirty="0"/>
              <a:t>Obrigado pela atenção!</a:t>
            </a:r>
          </a:p>
        </p:txBody>
      </p:sp>
      <p:sp>
        <p:nvSpPr>
          <p:cNvPr id="365" name="Google Shape;365;p39">
            <a:extLst>
              <a:ext uri="{FF2B5EF4-FFF2-40B4-BE49-F238E27FC236}">
                <a16:creationId xmlns:a16="http://schemas.microsoft.com/office/drawing/2014/main" id="{FFA373F8-EA6F-3076-3BA3-12B66E23081C}"/>
              </a:ext>
            </a:extLst>
          </p:cNvPr>
          <p:cNvSpPr/>
          <p:nvPr/>
        </p:nvSpPr>
        <p:spPr>
          <a:xfrm>
            <a:off x="4058850" y="1165116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366" name="Google Shape;366;p39">
            <a:extLst>
              <a:ext uri="{FF2B5EF4-FFF2-40B4-BE49-F238E27FC236}">
                <a16:creationId xmlns:a16="http://schemas.microsoft.com/office/drawing/2014/main" id="{59CA3607-DC3D-6345-807E-A86DC5D459E0}"/>
              </a:ext>
            </a:extLst>
          </p:cNvPr>
          <p:cNvSpPr/>
          <p:nvPr/>
        </p:nvSpPr>
        <p:spPr>
          <a:xfrm>
            <a:off x="4514850" y="1165116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367" name="Google Shape;367;p39">
            <a:extLst>
              <a:ext uri="{FF2B5EF4-FFF2-40B4-BE49-F238E27FC236}">
                <a16:creationId xmlns:a16="http://schemas.microsoft.com/office/drawing/2014/main" id="{C2ABB70A-AA9B-44CC-9280-C6D092287CFB}"/>
              </a:ext>
            </a:extLst>
          </p:cNvPr>
          <p:cNvSpPr/>
          <p:nvPr/>
        </p:nvSpPr>
        <p:spPr>
          <a:xfrm>
            <a:off x="4970850" y="1165116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368" name="Google Shape;368;p39">
            <a:extLst>
              <a:ext uri="{FF2B5EF4-FFF2-40B4-BE49-F238E27FC236}">
                <a16:creationId xmlns:a16="http://schemas.microsoft.com/office/drawing/2014/main" id="{6AA7A79C-D7C6-8444-9407-CB97F3E82926}"/>
              </a:ext>
            </a:extLst>
          </p:cNvPr>
          <p:cNvSpPr/>
          <p:nvPr/>
        </p:nvSpPr>
        <p:spPr>
          <a:xfrm>
            <a:off x="4058850" y="3989199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369" name="Google Shape;369;p39">
            <a:extLst>
              <a:ext uri="{FF2B5EF4-FFF2-40B4-BE49-F238E27FC236}">
                <a16:creationId xmlns:a16="http://schemas.microsoft.com/office/drawing/2014/main" id="{4E3F2373-C436-46DA-0CFE-B8763F44DDEF}"/>
              </a:ext>
            </a:extLst>
          </p:cNvPr>
          <p:cNvSpPr/>
          <p:nvPr/>
        </p:nvSpPr>
        <p:spPr>
          <a:xfrm>
            <a:off x="4514850" y="3989199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  <p:sp>
        <p:nvSpPr>
          <p:cNvPr id="370" name="Google Shape;370;p39">
            <a:extLst>
              <a:ext uri="{FF2B5EF4-FFF2-40B4-BE49-F238E27FC236}">
                <a16:creationId xmlns:a16="http://schemas.microsoft.com/office/drawing/2014/main" id="{F125832B-EC03-A070-BCF3-C38C323A40E7}"/>
              </a:ext>
            </a:extLst>
          </p:cNvPr>
          <p:cNvSpPr/>
          <p:nvPr/>
        </p:nvSpPr>
        <p:spPr>
          <a:xfrm>
            <a:off x="4970850" y="3989199"/>
            <a:ext cx="114300" cy="114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PT" noProof="0" dirty="0"/>
          </a:p>
        </p:txBody>
      </p:sp>
    </p:spTree>
    <p:extLst>
      <p:ext uri="{BB962C8B-B14F-4D97-AF65-F5344CB8AC3E}">
        <p14:creationId xmlns:p14="http://schemas.microsoft.com/office/powerpoint/2010/main" val="80536092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Strategy Progress Review Meeting by Slidesgo">
  <a:themeElements>
    <a:clrScheme name="Simple Light">
      <a:dk1>
        <a:srgbClr val="2F2D08"/>
      </a:dk1>
      <a:lt1>
        <a:srgbClr val="F5F5F3"/>
      </a:lt1>
      <a:dk2>
        <a:srgbClr val="BABFA9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119</Words>
  <Application>Microsoft Office PowerPoint</Application>
  <PresentationFormat>On-screen Show (16:9)</PresentationFormat>
  <Paragraphs>29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Inter</vt:lpstr>
      <vt:lpstr>Bebas Neue</vt:lpstr>
      <vt:lpstr>Arial</vt:lpstr>
      <vt:lpstr>Nunito Light</vt:lpstr>
      <vt:lpstr>Prosto One</vt:lpstr>
      <vt:lpstr>Anaheim</vt:lpstr>
      <vt:lpstr>Strategy Progress Review Meeting by Slidesgo</vt:lpstr>
      <vt:lpstr>Plataforma de Gestão de Eventos</vt:lpstr>
      <vt:lpstr>Porquê?</vt:lpstr>
      <vt:lpstr>Simplificar?</vt:lpstr>
      <vt:lpstr>Base de dados</vt:lpstr>
      <vt:lpstr>Vídeo da BD</vt:lpstr>
      <vt:lpstr>Obrigado pela atenção!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Joana Silva</dc:creator>
  <cp:lastModifiedBy>Joana Silva</cp:lastModifiedBy>
  <cp:revision>2</cp:revision>
  <dcterms:modified xsi:type="dcterms:W3CDTF">2026-06-01T10:57:19Z</dcterms:modified>
</cp:coreProperties>
</file>